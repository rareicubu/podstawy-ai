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9f7e9ec2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9f7e9ec2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9f7e9ec2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9f7e9ec2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9f7e9ec2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9f7e9ec2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9f7e9ec2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9f7e9ec2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9f7e9ec2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9f7e9ec2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9f7e9ec2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9f7e9ec2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9f7e9ec2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9f7e9ec2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9f7e9ec2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9f7e9ec2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9f7e9ec2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9f7e9ec2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9f7e9ec2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9f7e9ec2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9f7e9ec2a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9f7e9ec2a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9f7e9ec2a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9f7e9ec2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9f7e9ec2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9f7e9ec2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a0fcf1f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a0fcf1f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a0fcf1fb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a0fcf1fb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etwork.py" TargetMode="External"/><Relationship Id="rId4" Type="http://schemas.openxmlformats.org/officeDocument/2006/relationships/hyperlink" Target="http://layers.py" TargetMode="External"/><Relationship Id="rId5" Type="http://schemas.openxmlformats.org/officeDocument/2006/relationships/hyperlink" Target="http://activations.py" TargetMode="External"/><Relationship Id="rId6" Type="http://schemas.openxmlformats.org/officeDocument/2006/relationships/hyperlink" Target="http://losses.py" TargetMode="External"/><Relationship Id="rId7" Type="http://schemas.openxmlformats.org/officeDocument/2006/relationships/hyperlink" Target="http://utils.py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Biblioteka MLP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Mikołaj Nowak  Jakub Jasiński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280082              280109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Zaimplementowana sieć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Struktura biblioteki</a:t>
            </a:r>
            <a:endParaRPr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network.py</a:t>
            </a:r>
            <a:r>
              <a:rPr lang="en-GB"/>
              <a:t> - zawiera główną klasę MLP i jej funkcje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layers.py</a:t>
            </a:r>
            <a:r>
              <a:rPr lang="en-GB"/>
              <a:t> - zawiera klasę warstwy, definicje jej parametrów i algorytm  propagacji wstecznej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5"/>
              </a:rPr>
              <a:t>activations.py</a:t>
            </a:r>
            <a:r>
              <a:rPr lang="en-GB"/>
              <a:t> - zawiera funkcje aktywacji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6"/>
              </a:rPr>
              <a:t>losses.py</a:t>
            </a:r>
            <a:r>
              <a:rPr lang="en-GB"/>
              <a:t> - zawiera funkcje straty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7"/>
              </a:rPr>
              <a:t>utils.py</a:t>
            </a:r>
            <a:r>
              <a:rPr lang="en-GB"/>
              <a:t> - zawiera funkcje potrzebne do odczytu bazy MNIST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Tworzenie sieci</a:t>
            </a:r>
            <a:endParaRPr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Zainicjalizowanie</a:t>
            </a:r>
            <a:r>
              <a:rPr lang="en-GB"/>
              <a:t> sieci wraz z współczynnikiem uczenia.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Dodanie pierwszej warstwy o danym rozmiarze, funkcji aktywacji i jej pochodnej oraz rozmiar wejścia.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Dodanie kolejnych warstw o danym rozmiarze, funkcji aktywacji i jej pochodnej.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Dodanie ostatniej warstwy o rozmiarze wyjścia, funkcji aktywacji wyjścia i jej pochodnej.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Ustawienie funkcji straty.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Klasyfikacja MNIST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Dane Wejściowe</a:t>
            </a:r>
            <a:endParaRPr/>
          </a:p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819150" y="1990725"/>
            <a:ext cx="3488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Do klasyfikacji obrazów użyta została baza MNIST z serwisu Kaggle https://www.kaggle.com/datasets/hojjatk/mnist-dataset, zawierająca 60 tys. zdjęć treningowych oraz 10 tys. zdjęć testowych. Dane są spłaszczane do wektora 784 elementów. Etykiety kodowane są metodą one-hot encoding.</a:t>
            </a:r>
            <a:endParaRPr/>
          </a:p>
        </p:txBody>
      </p:sp>
      <p:pic>
        <p:nvPicPr>
          <p:cNvPr id="158" name="Google Shape;1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100" y="608975"/>
            <a:ext cx="3829751" cy="382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Dobór parametrów sieci</a:t>
            </a:r>
            <a:endParaRPr/>
          </a:p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819150" y="1990725"/>
            <a:ext cx="2827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Wartości Stałe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Ilość wejść : 784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Ilość wyjść : 10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Funkcja aktywacji : ReLU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Funkcja straty : cross entropy loss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3423700" y="1990725"/>
            <a:ext cx="5071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Siatka Parametrów do testów: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Współczynnik uczenia (LR): 0.1, 0.05, 0.01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Warstwy ukryte: [64], [128], [64, 64], [128, 64], [256, 128]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 Epoki: 5, 10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 Batch size: 32, 64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Wyniki eksperymentów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975" y="1707425"/>
            <a:ext cx="7034052" cy="30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550" y="1592425"/>
            <a:ext cx="7441324" cy="279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Aproksymacja funkcji Ackleya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Dane Wejściowe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aproksymacji użyto danych generowanych losowo (20 tys. próbek), aby zapewnić lepszą generalizację w dziedzinie x, y ∈ [-2, 2].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Funkcja Ackleya: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6363" r="4763" t="0"/>
          <a:stretch/>
        </p:blipFill>
        <p:spPr>
          <a:xfrm>
            <a:off x="660850" y="3079675"/>
            <a:ext cx="7428624" cy="7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Dobór parametrów sieci</a:t>
            </a:r>
            <a:endParaRPr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819150" y="1990725"/>
            <a:ext cx="3002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Wartości Stałe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Ilość wejść : 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Ilość wyjść : 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Funkcja aktywacji : Tanh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Funkcja straty : MSE</a:t>
            </a: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3678475" y="1990725"/>
            <a:ext cx="4769100" cy="19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Siatka parametrów do testów: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Współczynnik uczenia (LR): 0.05, 0.01, 0.005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Warstwy ukryte: [64, 64], [128, 128], [128, 128, 128], [256, 256]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Epoki: 500, 1000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Batch size: 64, 128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Wyniki Eksperymentów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175" y="1715350"/>
            <a:ext cx="7368452" cy="276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50" y="1584450"/>
            <a:ext cx="7557750" cy="25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Wnioski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Klasyfikacja MNIST: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Najlepszy model: 98.15%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Dla 10 epok najlepsze wyniki zostały osiągnięte przy wyższym współczynniku uczenia oraz mniejszym rozmiarze danych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Większe sieci zajmują wyższe miejsca w rankingu, co wskazuje na wyższą </a:t>
            </a:r>
            <a:r>
              <a:rPr lang="en-GB"/>
              <a:t>ekstrakcję</a:t>
            </a:r>
            <a:r>
              <a:rPr lang="en-GB"/>
              <a:t> cech przy bardziej pojemnych modelach.</a:t>
            </a:r>
            <a:endParaRPr/>
          </a:p>
        </p:txBody>
      </p:sp>
      <p:sp>
        <p:nvSpPr>
          <p:cNvPr id="219" name="Google Shape;219;p2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Aproksymacja funkcji Ackleya: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Najlepszy model: MSE &lt; 0.001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Najlepsze MSE uzyskane przy 1000 epok, 500 nie wystarczające do uzyskania pełnej konwergencji.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Głębsza sieć [128,128,128] okazała się lepsza od płytszych dwu warstwowych sieciach.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Mniejsza seria danych 64 dała nam lepsze wyniki od serii 128.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Zarówno współczynnik uczenia 0.05 jak i 0.005 pozwolił na osiągnięcie dobrych wyników.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Dziękujemy </a:t>
            </a:r>
            <a:endParaRPr/>
          </a:p>
        </p:txBody>
      </p:sp>
      <p:sp>
        <p:nvSpPr>
          <p:cNvPr id="225" name="Google Shape;225;p28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